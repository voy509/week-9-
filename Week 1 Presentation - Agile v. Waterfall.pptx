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12/5/2021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27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34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607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174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27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6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12/5/2021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121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47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78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33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12/5/2021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02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12/5/2021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84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87" r:id="rId3"/>
    <p:sldLayoutId id="2147483686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F2B51C-9578-EB41-A17E-FFF9D491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E9CAEA-4CF4-D249-8127-CD2FA201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85">
              <a:extLst>
                <a:ext uri="{FF2B5EF4-FFF2-40B4-BE49-F238E27FC236}">
                  <a16:creationId xmlns:a16="http://schemas.microsoft.com/office/drawing/2014/main" id="{E51EDD93-C3A3-DF47-BCFC-43B049E3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86">
              <a:extLst>
                <a:ext uri="{FF2B5EF4-FFF2-40B4-BE49-F238E27FC236}">
                  <a16:creationId xmlns:a16="http://schemas.microsoft.com/office/drawing/2014/main" id="{D574DB0D-896A-D649-89B1-33753E1D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7">
              <a:extLst>
                <a:ext uri="{FF2B5EF4-FFF2-40B4-BE49-F238E27FC236}">
                  <a16:creationId xmlns:a16="http://schemas.microsoft.com/office/drawing/2014/main" id="{62256DD9-FEA3-4A40-80D1-B33F0FF15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8">
              <a:extLst>
                <a:ext uri="{FF2B5EF4-FFF2-40B4-BE49-F238E27FC236}">
                  <a16:creationId xmlns:a16="http://schemas.microsoft.com/office/drawing/2014/main" id="{534E9839-EAD7-3C49-8D10-E4BFE082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9">
              <a:extLst>
                <a:ext uri="{FF2B5EF4-FFF2-40B4-BE49-F238E27FC236}">
                  <a16:creationId xmlns:a16="http://schemas.microsoft.com/office/drawing/2014/main" id="{DDFC3FA6-9BB5-A34E-9337-A2E9A1EE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97">
              <a:extLst>
                <a:ext uri="{FF2B5EF4-FFF2-40B4-BE49-F238E27FC236}">
                  <a16:creationId xmlns:a16="http://schemas.microsoft.com/office/drawing/2014/main" id="{45000D9E-4AD7-5A4F-8E99-302F388C8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2F9BE52-B3CF-466C-A9D6-BD41B9ED28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9751" y="768334"/>
            <a:ext cx="6479629" cy="2866405"/>
          </a:xfrm>
        </p:spPr>
        <p:txBody>
          <a:bodyPr>
            <a:normAutofit/>
          </a:bodyPr>
          <a:lstStyle/>
          <a:p>
            <a:r>
              <a:rPr lang="en-US" dirty="0"/>
              <a:t>Software Development Methodologies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9CF80-25F7-43DB-A080-41024B9E2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9751" y="4283239"/>
            <a:ext cx="6479629" cy="147517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Agile Development vs. Waterfall Development</a:t>
            </a:r>
          </a:p>
        </p:txBody>
      </p:sp>
      <p:pic>
        <p:nvPicPr>
          <p:cNvPr id="4" name="Picture 3" descr="Computer script on a screen">
            <a:extLst>
              <a:ext uri="{FF2B5EF4-FFF2-40B4-BE49-F238E27FC236}">
                <a16:creationId xmlns:a16="http://schemas.microsoft.com/office/drawing/2014/main" id="{1ED63ADD-7C07-45D2-8D5E-0F38B8FA6F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804" r="49576" b="-2"/>
          <a:stretch/>
        </p:blipFill>
        <p:spPr>
          <a:xfrm>
            <a:off x="20" y="1"/>
            <a:ext cx="4173349" cy="685799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39752" y="6087110"/>
            <a:ext cx="688374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84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5AB6C-7326-47D0-801B-8C00F8EC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History of Software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CC9B7-D9CB-4ADF-BF1A-0F3489A06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33601"/>
            <a:ext cx="5066001" cy="395604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Waterfall Development Strategy is introduced in 1970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During the 1990s, computers began to infiltrate the business industry as never before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Software development became a limiting factor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was known as the ‘application delivery lag’ predicted a 3-year lead time for an application become practical</a:t>
            </a:r>
            <a:r>
              <a:rPr lang="en-US" sz="18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Agile method introduced to accommodate new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093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87FA-96F9-4A3A-B381-6EA07798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Waterfall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58350B-2BD7-486A-9F2A-434EA16281A9}"/>
              </a:ext>
            </a:extLst>
          </p:cNvPr>
          <p:cNvSpPr txBox="1"/>
          <p:nvPr/>
        </p:nvSpPr>
        <p:spPr>
          <a:xfrm>
            <a:off x="699796" y="2039874"/>
            <a:ext cx="9125339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First introduced by Professor Winston W. Royce in 1970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Formalized the progression of steps to the Software Development Life Cycle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5 Steps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Requirement Analysis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Design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Development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Testing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03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96D8-8B72-437C-8A50-D8BCBC2A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Agile Method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DAF50-6AB5-4812-8642-2AE020F9D4E4}"/>
              </a:ext>
            </a:extLst>
          </p:cNvPr>
          <p:cNvSpPr txBox="1"/>
          <p:nvPr/>
        </p:nvSpPr>
        <p:spPr>
          <a:xfrm>
            <a:off x="433137" y="1909011"/>
            <a:ext cx="105075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Spurred by the increasing frustrations centered around the Waterfall method and the inability to alter software needs later in the development process.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Need for more ‘agile’ software development as technological advancements demanded more from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Branched away from the traditional models who borrowed similar practices to engineering project development</a:t>
            </a:r>
          </a:p>
        </p:txBody>
      </p:sp>
    </p:spTree>
    <p:extLst>
      <p:ext uri="{BB962C8B-B14F-4D97-AF65-F5344CB8AC3E}">
        <p14:creationId xmlns:p14="http://schemas.microsoft.com/office/powerpoint/2010/main" val="386585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3F593-9BAA-40CF-8E3D-9B54020C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082" y="610469"/>
            <a:ext cx="7335835" cy="126898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Pros and Cons</a:t>
            </a:r>
            <a:br>
              <a:rPr lang="en-US" dirty="0"/>
            </a:br>
            <a:r>
              <a:rPr lang="en-US" sz="2400" b="0" i="1" dirty="0"/>
              <a:t>The Waterfall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49C65-F8FA-4FF9-A98F-43E9DE484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852058"/>
            <a:ext cx="5239512" cy="339547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The Pros</a:t>
            </a:r>
          </a:p>
          <a:p>
            <a:r>
              <a:rPr lang="en-US" dirty="0"/>
              <a:t>Strong organization method good for multiple working groups</a:t>
            </a:r>
          </a:p>
          <a:p>
            <a:r>
              <a:rPr lang="en-US" dirty="0"/>
              <a:t>Detailed analysis can ensure many scenarios are accounted for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2C1F6-E3EC-4DAB-84BC-51BBE5944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9" y="2852058"/>
            <a:ext cx="5239512" cy="339547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The Cons</a:t>
            </a:r>
          </a:p>
          <a:p>
            <a:r>
              <a:rPr lang="en-US" dirty="0"/>
              <a:t>Once requirement analysis is complete there shouldn’t be any changes to software needs</a:t>
            </a:r>
          </a:p>
          <a:p>
            <a:r>
              <a:rPr lang="en-US" dirty="0"/>
              <a:t>Can be a very slow process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187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1825-FF88-407A-8394-7C8622827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082" y="770890"/>
            <a:ext cx="7335835" cy="126898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Pros and Cons</a:t>
            </a:r>
            <a:br>
              <a:rPr lang="en-US" dirty="0"/>
            </a:br>
            <a:r>
              <a:rPr lang="en-US" sz="2800" b="0" i="1" dirty="0"/>
              <a:t>The Agile Method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971B2-8B5D-4E97-85E0-B5F89E5F77CC}"/>
              </a:ext>
            </a:extLst>
          </p:cNvPr>
          <p:cNvSpPr txBox="1"/>
          <p:nvPr/>
        </p:nvSpPr>
        <p:spPr>
          <a:xfrm>
            <a:off x="304801" y="2039874"/>
            <a:ext cx="48286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Pros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Allows for changes to planned software as the project moves forward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speed up complex projects and allow for the business to begin seeing benefits before project has been completed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CC7C7-8670-435C-8100-02E568F964A3}"/>
              </a:ext>
            </a:extLst>
          </p:cNvPr>
          <p:cNvSpPr txBox="1"/>
          <p:nvPr/>
        </p:nvSpPr>
        <p:spPr>
          <a:xfrm>
            <a:off x="5743074" y="2358189"/>
            <a:ext cx="50051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Cons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Can be difficult for multiple teams to work seamlessly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Estimates can vary greatly from conception of project to completion of project – moving targets are likely</a:t>
            </a:r>
          </a:p>
        </p:txBody>
      </p:sp>
    </p:spTree>
    <p:extLst>
      <p:ext uri="{BB962C8B-B14F-4D97-AF65-F5344CB8AC3E}">
        <p14:creationId xmlns:p14="http://schemas.microsoft.com/office/powerpoint/2010/main" val="3392954472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AnalogousFromRegularSeed_2SEEDS">
      <a:dk1>
        <a:srgbClr val="000000"/>
      </a:dk1>
      <a:lt1>
        <a:srgbClr val="FFFFFF"/>
      </a:lt1>
      <a:dk2>
        <a:srgbClr val="242C41"/>
      </a:dk2>
      <a:lt2>
        <a:srgbClr val="E2E6E8"/>
      </a:lt2>
      <a:accent1>
        <a:srgbClr val="B1653B"/>
      </a:accent1>
      <a:accent2>
        <a:srgbClr val="C34D54"/>
      </a:accent2>
      <a:accent3>
        <a:srgbClr val="BBA149"/>
      </a:accent3>
      <a:accent4>
        <a:srgbClr val="3BB1A3"/>
      </a:accent4>
      <a:accent5>
        <a:srgbClr val="4DA1C3"/>
      </a:accent5>
      <a:accent6>
        <a:srgbClr val="3B5DB1"/>
      </a:accent6>
      <a:hlink>
        <a:srgbClr val="3C8AB5"/>
      </a:hlink>
      <a:folHlink>
        <a:srgbClr val="7F7F7F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484</TotalTime>
  <Words>273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Courier New</vt:lpstr>
      <vt:lpstr>Neue Haas Grotesk Text Pro</vt:lpstr>
      <vt:lpstr>PunchcardVTI</vt:lpstr>
      <vt:lpstr>Software Development Methodologies </vt:lpstr>
      <vt:lpstr>The History of Software Development</vt:lpstr>
      <vt:lpstr>The Waterfall Method</vt:lpstr>
      <vt:lpstr>The Agile Method</vt:lpstr>
      <vt:lpstr>The Pros and Cons The Waterfall Method</vt:lpstr>
      <vt:lpstr>The Pros and Cons The Agile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Kenneth Voy</dc:creator>
  <cp:lastModifiedBy>Kenneth Voy</cp:lastModifiedBy>
  <cp:revision>4</cp:revision>
  <dcterms:created xsi:type="dcterms:W3CDTF">2021-12-05T18:49:25Z</dcterms:created>
  <dcterms:modified xsi:type="dcterms:W3CDTF">2021-12-06T02:53:54Z</dcterms:modified>
</cp:coreProperties>
</file>